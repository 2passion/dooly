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"/>
  </p:handoutMasterIdLst>
  <p:sldIdLst>
    <p:sldId id="287" r:id="rId2"/>
    <p:sldId id="288" r:id="rId3"/>
  </p:sldIdLst>
  <p:sldSz cx="6858000" cy="9906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 baseline="-250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6">
          <p15:clr>
            <a:srgbClr val="A4A3A4"/>
          </p15:clr>
        </p15:guide>
        <p15:guide id="2" orient="horz" pos="5282">
          <p15:clr>
            <a:srgbClr val="A4A3A4"/>
          </p15:clr>
        </p15:guide>
        <p15:guide id="3" pos="621">
          <p15:clr>
            <a:srgbClr val="A4A3A4"/>
          </p15:clr>
        </p15:guide>
        <p15:guide id="4" pos="385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FF00"/>
    <a:srgbClr val="FF0000"/>
    <a:srgbClr val="CCFF66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108" autoAdjust="0"/>
    <p:restoredTop sz="96409" autoAdjust="0"/>
  </p:normalViewPr>
  <p:slideViewPr>
    <p:cSldViewPr>
      <p:cViewPr varScale="1">
        <p:scale>
          <a:sx n="45" d="100"/>
          <a:sy n="45" d="100"/>
        </p:scale>
        <p:origin x="2644" y="44"/>
      </p:cViewPr>
      <p:guideLst>
        <p:guide orient="horz" pos="826"/>
        <p:guide orient="horz" pos="5282"/>
        <p:guide pos="621"/>
        <p:guide pos="38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39" tIns="46621" rIns="93239" bIns="46621" numCol="1" anchor="t" anchorCtr="0" compatLnSpc="1">
            <a:prstTxWarp prst="textNoShape">
              <a:avLst/>
            </a:prstTxWarp>
          </a:bodyPr>
          <a:lstStyle>
            <a:lvl1pPr defTabSz="932109">
              <a:defRPr sz="1200" baseline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5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39" tIns="46621" rIns="93239" bIns="46621" numCol="1" anchor="t" anchorCtr="0" compatLnSpc="1">
            <a:prstTxWarp prst="textNoShape">
              <a:avLst/>
            </a:prstTxWarp>
          </a:bodyPr>
          <a:lstStyle>
            <a:lvl1pPr algn="r" defTabSz="932109">
              <a:defRPr sz="1200" baseline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118"/>
            <a:ext cx="2945659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39" tIns="46621" rIns="93239" bIns="46621" numCol="1" anchor="b" anchorCtr="0" compatLnSpc="1">
            <a:prstTxWarp prst="textNoShape">
              <a:avLst/>
            </a:prstTxWarp>
          </a:bodyPr>
          <a:lstStyle>
            <a:lvl1pPr defTabSz="932109">
              <a:defRPr sz="1200" baseline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9118"/>
            <a:ext cx="2945659" cy="495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239" tIns="46621" rIns="93239" bIns="46621" numCol="1" anchor="b" anchorCtr="0" compatLnSpc="1">
            <a:prstTxWarp prst="textNoShape">
              <a:avLst/>
            </a:prstTxWarp>
          </a:bodyPr>
          <a:lstStyle>
            <a:lvl1pPr algn="r" defTabSz="932109">
              <a:defRPr sz="1200" baseline="0"/>
            </a:lvl1pPr>
          </a:lstStyle>
          <a:p>
            <a:pPr>
              <a:defRPr/>
            </a:pPr>
            <a:fld id="{9CEC92DA-15E8-4477-92B9-327557DE08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6575"/>
            <a:ext cx="5829300" cy="212407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20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338" y="6365875"/>
            <a:ext cx="5829300" cy="196691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338" y="4198938"/>
            <a:ext cx="5829300" cy="21669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505200" y="2311400"/>
            <a:ext cx="3009900" cy="6537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738"/>
            <a:ext cx="3030538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663"/>
            <a:ext cx="3030538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4563" y="2217738"/>
            <a:ext cx="3030537" cy="9239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4563" y="3141663"/>
            <a:ext cx="3030537" cy="57070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3700"/>
            <a:ext cx="2255838" cy="16795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3700"/>
            <a:ext cx="3833812" cy="84550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2073275"/>
            <a:ext cx="2255838" cy="677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613" y="6934200"/>
            <a:ext cx="4114800" cy="8191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613" y="885825"/>
            <a:ext cx="4114800" cy="594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613" y="7753350"/>
            <a:ext cx="4114800" cy="11620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875"/>
            <a:ext cx="6172200" cy="1651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2311400"/>
            <a:ext cx="6172200" cy="65373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96875"/>
            <a:ext cx="1543050" cy="845185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96875"/>
            <a:ext cx="4476750" cy="84518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43" name="Text Box 35"/>
          <p:cNvSpPr txBox="1">
            <a:spLocks noChangeArrowheads="1"/>
          </p:cNvSpPr>
          <p:nvPr/>
        </p:nvSpPr>
        <p:spPr bwMode="auto">
          <a:xfrm>
            <a:off x="0" y="1007566"/>
            <a:ext cx="6858000" cy="1008062"/>
          </a:xfrm>
          <a:prstGeom prst="rect">
            <a:avLst/>
          </a:prstGeom>
          <a:solidFill>
            <a:srgbClr val="00B0F0"/>
          </a:solidFill>
          <a:ln w="57150">
            <a:noFill/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ko-KR" altLang="en-US" sz="5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   </a:t>
            </a:r>
            <a:r>
              <a:rPr lang="ko-KR" altLang="en-US" sz="5000" baseline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독해질문</a:t>
            </a:r>
            <a:r>
              <a:rPr lang="en-US" altLang="ko-KR" sz="5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(</a:t>
            </a:r>
            <a:r>
              <a:rPr lang="ko-KR" altLang="en-US" sz="5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첨삭</a:t>
            </a:r>
            <a:r>
              <a:rPr lang="en-US" altLang="ko-KR" sz="5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)</a:t>
            </a:r>
            <a:endParaRPr lang="en-US" altLang="ko-KR" sz="2000" baseline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휴먼둥근헤드라인" pitchFamily="18" charset="-127"/>
              <a:ea typeface="휴먼둥근헤드라인" pitchFamily="18" charset="-127"/>
            </a:endParaRPr>
          </a:p>
        </p:txBody>
      </p:sp>
      <p:sp>
        <p:nvSpPr>
          <p:cNvPr id="13" name="Text Box 35"/>
          <p:cNvSpPr txBox="1">
            <a:spLocks noChangeArrowheads="1"/>
          </p:cNvSpPr>
          <p:nvPr/>
        </p:nvSpPr>
        <p:spPr bwMode="auto">
          <a:xfrm>
            <a:off x="0" y="1007566"/>
            <a:ext cx="1412776" cy="1016476"/>
          </a:xfrm>
          <a:prstGeom prst="rect">
            <a:avLst/>
          </a:prstGeom>
          <a:solidFill>
            <a:schemeClr val="accent1"/>
          </a:solidFill>
          <a:ln w="57150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algn="ctr">
              <a:defRPr/>
            </a:pPr>
            <a:r>
              <a:rPr lang="ko-KR" altLang="en-US" sz="3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해설</a:t>
            </a:r>
            <a:endParaRPr lang="en-US" altLang="ko-KR" sz="3000" baseline="0" dirty="0" smtClean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휴먼둥근헤드라인" pitchFamily="18" charset="-127"/>
              <a:ea typeface="휴먼둥근헤드라인" pitchFamily="18" charset="-127"/>
            </a:endParaRPr>
          </a:p>
          <a:p>
            <a:pPr algn="ctr">
              <a:defRPr/>
            </a:pPr>
            <a:r>
              <a:rPr lang="ko-KR" altLang="en-US" sz="300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휴먼둥근헤드라인" pitchFamily="18" charset="-127"/>
                <a:ea typeface="휴먼둥근헤드라인" pitchFamily="18" charset="-127"/>
              </a:rPr>
              <a:t>분석</a:t>
            </a:r>
            <a:endParaRPr lang="en-US" altLang="ko-KR" sz="3000" baseline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휴먼둥근헤드라인" pitchFamily="18" charset="-127"/>
              <a:ea typeface="휴먼둥근헤드라인" pitchFamily="18" charset="-127"/>
            </a:endParaRP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84" y="2024042"/>
            <a:ext cx="4705805" cy="47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8916988"/>
            <a:ext cx="310515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TextBox 11"/>
          <p:cNvSpPr txBox="1">
            <a:spLocks noChangeArrowheads="1"/>
          </p:cNvSpPr>
          <p:nvPr/>
        </p:nvSpPr>
        <p:spPr bwMode="auto">
          <a:xfrm>
            <a:off x="3933825" y="8916988"/>
            <a:ext cx="2808288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baseline="-25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500" baseline="0"/>
              <a:t> </a:t>
            </a:r>
            <a:r>
              <a:rPr lang="en-US" altLang="ko-KR" sz="2500" baseline="0">
                <a:latin typeface="Arial Black" panose="020B0A04020102020204" pitchFamily="34" charset="0"/>
              </a:rPr>
              <a:t>Tel 911-3128</a:t>
            </a:r>
            <a:endParaRPr lang="ko-KR" altLang="en-US" sz="2500">
              <a:latin typeface="Arial Black" panose="020B0A04020102020204" pitchFamily="34" charset="0"/>
            </a:endParaRPr>
          </a:p>
        </p:txBody>
      </p:sp>
      <p:sp>
        <p:nvSpPr>
          <p:cNvPr id="23" name="모서리가 둥근 직사각형 22"/>
          <p:cNvSpPr/>
          <p:nvPr/>
        </p:nvSpPr>
        <p:spPr bwMode="auto">
          <a:xfrm>
            <a:off x="642918" y="7167578"/>
            <a:ext cx="2714644" cy="128588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-2500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 bwMode="auto">
          <a:xfrm>
            <a:off x="795318" y="7319978"/>
            <a:ext cx="2714644" cy="128588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-2500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 bwMode="auto">
          <a:xfrm>
            <a:off x="3633790" y="7167578"/>
            <a:ext cx="2714644" cy="128588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-2500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 bwMode="auto">
          <a:xfrm>
            <a:off x="3786190" y="7319978"/>
            <a:ext cx="2714644" cy="1285884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0" i="0" u="none" strike="noStrike" cap="none" normalizeH="0" baseline="-2500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7232" y="7186989"/>
            <a:ext cx="1500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smtClean="0"/>
              <a:t>교재</a:t>
            </a:r>
            <a:endParaRPr lang="ko-KR" altLang="en-US" sz="5400" dirty="0"/>
          </a:p>
        </p:txBody>
      </p:sp>
      <p:sp>
        <p:nvSpPr>
          <p:cNvPr id="30" name="TextBox 29"/>
          <p:cNvSpPr txBox="1"/>
          <p:nvPr/>
        </p:nvSpPr>
        <p:spPr>
          <a:xfrm>
            <a:off x="3786190" y="7114981"/>
            <a:ext cx="1285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smtClean="0"/>
              <a:t>이름</a:t>
            </a:r>
            <a:endParaRPr lang="ko-KR" altLang="en-US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35"/>
          <p:cNvSpPr txBox="1">
            <a:spLocks noChangeArrowheads="1"/>
          </p:cNvSpPr>
          <p:nvPr/>
        </p:nvSpPr>
        <p:spPr bwMode="auto">
          <a:xfrm>
            <a:off x="-12700" y="415925"/>
            <a:ext cx="6872288" cy="1598613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ko-KR" altLang="en-US" sz="3200" baseline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수학은 정확한 방향으로 꾸준하게 노력해야 합니다</a:t>
            </a:r>
            <a:r>
              <a:rPr lang="en-US" altLang="ko-KR" sz="3200" baseline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. </a:t>
            </a:r>
            <a:r>
              <a:rPr lang="ko-KR" altLang="en-US" sz="3200" baseline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열공합시다</a:t>
            </a:r>
            <a:r>
              <a:rPr lang="en-US" altLang="ko-KR" sz="3200" baseline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!!!</a:t>
            </a:r>
          </a:p>
        </p:txBody>
      </p:sp>
      <p:sp>
        <p:nvSpPr>
          <p:cNvPr id="2051" name="Text Box 35"/>
          <p:cNvSpPr txBox="1">
            <a:spLocks noChangeArrowheads="1"/>
          </p:cNvSpPr>
          <p:nvPr/>
        </p:nvSpPr>
        <p:spPr bwMode="auto">
          <a:xfrm>
            <a:off x="0" y="8680450"/>
            <a:ext cx="6872288" cy="1254125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3600" i="1" baseline="0" dirty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No Pain, No Gain!!!</a:t>
            </a:r>
          </a:p>
        </p:txBody>
      </p:sp>
      <p:pic>
        <p:nvPicPr>
          <p:cNvPr id="8" name="Picture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647" y="2504728"/>
            <a:ext cx="5081587" cy="533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0" i="0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3592</TotalTime>
  <Words>27</Words>
  <Application>Microsoft Office PowerPoint</Application>
  <PresentationFormat>A4 용지(210x297mm)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굴림</vt:lpstr>
      <vt:lpstr>휴먼둥근헤드라인</vt:lpstr>
      <vt:lpstr>Arial Black</vt:lpstr>
      <vt:lpstr>기본 디자인</vt:lpstr>
      <vt:lpstr>PowerPoint 프레젠테이션</vt:lpstr>
      <vt:lpstr>PowerPoint 프레젠테이션</vt:lpstr>
    </vt:vector>
  </TitlesOfParts>
  <Company>윤디자인연구소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apple</dc:creator>
  <cp:lastModifiedBy>USER</cp:lastModifiedBy>
  <cp:revision>274</cp:revision>
  <cp:lastPrinted>2014-10-30T12:05:40Z</cp:lastPrinted>
  <dcterms:created xsi:type="dcterms:W3CDTF">2000-12-13T11:05:50Z</dcterms:created>
  <dcterms:modified xsi:type="dcterms:W3CDTF">2026-01-25T07:52:35Z</dcterms:modified>
</cp:coreProperties>
</file>